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17351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1668810"/>
            <a:ext cx="4284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Velaris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372593" y="2659410"/>
            <a:ext cx="239866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3000"/>
              </a:spcAft>
              <a:buNone/>
            </a:pPr>
            <a:r>
              <a:rPr lang="en-US" sz="2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Visibility Platform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87661" y="3566071"/>
            <a:ext cx="21685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Document • January 2025</a:t>
            </a:r>
            <a:endParaRPr lang="en-US" sz="1200" dirty="0"/>
          </a:p>
        </p:txBody>
      </p:sp>
      <p:pic>
        <p:nvPicPr>
          <p:cNvPr id="6" name="Image 0" descr="/tmp/rasterized-gradient-f4b955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1644104"/>
            <a:ext cx="5410200" cy="59814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47650" y="1644104"/>
            <a:ext cx="0" cy="59814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9100" y="1796504"/>
            <a:ext cx="516864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searches end without a click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28600" y="2394645"/>
            <a:ext cx="551840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assistants are becoming the new gatekeepers. When customers ask ChatGPT, Perplexity, or Gemini about products—your brand should appear.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28600" y="3051870"/>
            <a:ext cx="5410200" cy="1228427"/>
          </a:xfrm>
          <a:prstGeom prst="roundRect">
            <a:avLst>
              <a:gd name="adj" fmla="val 62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3204270"/>
            <a:ext cx="52075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ARE ASKING: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3453705"/>
            <a:ext cx="520750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the best CRM for small business?"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3697486"/>
            <a:ext cx="520750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skincare brand is best for sensitive skin?"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941266"/>
            <a:ext cx="520750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project management tool should I use?"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67400" y="1834753"/>
            <a:ext cx="3048000" cy="2255044"/>
          </a:xfrm>
          <a:prstGeom prst="roundRect">
            <a:avLst>
              <a:gd name="adj" fmla="val 506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48857" y="2063353"/>
            <a:ext cx="2849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99087" y="3008114"/>
            <a:ext cx="25846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2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does your brand come up?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70092" y="3514725"/>
            <a:ext cx="264261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companies have zero visibility into how AI represents them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700" dirty="0"/>
          </a:p>
        </p:txBody>
      </p:sp>
      <p:pic>
        <p:nvPicPr>
          <p:cNvPr id="3" name="Image 0" descr="/tmp/rasterized-gradient-ba7511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71550"/>
            <a:ext cx="8686800" cy="6743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6042" y="1162050"/>
            <a:ext cx="847191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"Know what AI says about your brand before your customers ask."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28600" y="2458492"/>
            <a:ext cx="2793950" cy="1382911"/>
          </a:xfrm>
          <a:prstGeom prst="roundRect">
            <a:avLst>
              <a:gd name="adj" fmla="val 688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81000" y="261089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81000" y="3087142"/>
            <a:ext cx="25389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Real AI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1000" y="3369022"/>
            <a:ext cx="253893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ChatGPT, Gemini, Perplexity with questions your customers ask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174950" y="2458492"/>
            <a:ext cx="2793950" cy="1382911"/>
          </a:xfrm>
          <a:prstGeom prst="roundRect">
            <a:avLst>
              <a:gd name="adj" fmla="val 688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327350" y="261089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27350" y="3087142"/>
            <a:ext cx="25389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Results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327350" y="3369022"/>
            <a:ext cx="253893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mentions, rankings, sentiment, and buying stage visibility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21301" y="2458492"/>
            <a:ext cx="2793950" cy="1382911"/>
          </a:xfrm>
          <a:prstGeom prst="roundRect">
            <a:avLst>
              <a:gd name="adj" fmla="val 688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73701" y="261089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273701" y="3087142"/>
            <a:ext cx="25389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Insights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73701" y="3369022"/>
            <a:ext cx="253893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recommendations to improve your AI visibility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653159" y="4654004"/>
            <a:ext cx="858441" cy="298996"/>
          </a:xfrm>
          <a:prstGeom prst="roundRect">
            <a:avLst>
              <a:gd name="adj" fmla="val 63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805559" y="4730204"/>
            <a:ext cx="5647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ChatGPT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625900" y="4654004"/>
            <a:ext cx="753666" cy="298996"/>
          </a:xfrm>
          <a:prstGeom prst="roundRect">
            <a:avLst>
              <a:gd name="adj" fmla="val 63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778300" y="4730204"/>
            <a:ext cx="457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Gemini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493865" y="4654004"/>
            <a:ext cx="881807" cy="298996"/>
          </a:xfrm>
          <a:prstGeom prst="roundRect">
            <a:avLst>
              <a:gd name="adj" fmla="val 63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646265" y="4730204"/>
            <a:ext cx="5885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Perplexity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5489972" y="4654004"/>
            <a:ext cx="1000720" cy="298996"/>
          </a:xfrm>
          <a:prstGeom prst="roundRect">
            <a:avLst>
              <a:gd name="adj" fmla="val 63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642372" y="4730204"/>
            <a:ext cx="7098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More coming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Status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1987302"/>
            <a:ext cx="43331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2269182"/>
            <a:ext cx="4248150" cy="1668066"/>
          </a:xfrm>
          <a:prstGeom prst="roundRect">
            <a:avLst>
              <a:gd name="adj" fmla="val 456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0750" y="2393007"/>
            <a:ext cx="1850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Visibility Analysis (3 platforms)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20750" y="2642443"/>
            <a:ext cx="13830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Positioning Check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20750" y="2891879"/>
            <a:ext cx="15235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Results Page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20750" y="3141315"/>
            <a:ext cx="10951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System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20750" y="3390751"/>
            <a:ext cx="12423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System (9 types)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20750" y="3640187"/>
            <a:ext cx="18272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(PDF, CSV, Excel, JSON)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667250" y="1665387"/>
            <a:ext cx="43331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PARTIAL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7250" y="1947267"/>
            <a:ext cx="4248150" cy="670322"/>
          </a:xfrm>
          <a:prstGeom prst="roundRect">
            <a:avLst>
              <a:gd name="adj" fmla="val 11368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9400" y="2071092"/>
            <a:ext cx="13830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 (needs Stripe)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959400" y="2320528"/>
            <a:ext cx="1813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Enforcement (frontend only)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67250" y="2808089"/>
            <a:ext cx="43331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NOT BUILT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7250" y="3089970"/>
            <a:ext cx="4248150" cy="1169194"/>
          </a:xfrm>
          <a:prstGeom prst="roundRect">
            <a:avLst>
              <a:gd name="adj" fmla="val 651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59400" y="3213795"/>
            <a:ext cx="14954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Payment Integration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959400" y="3463230"/>
            <a:ext cx="8775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959400" y="3712666"/>
            <a:ext cx="9688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Verification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959400" y="3962102"/>
            <a:ext cx="12214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Reset Flow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1169789"/>
            <a:ext cx="2806750" cy="2956322"/>
          </a:xfrm>
          <a:prstGeom prst="roundRect">
            <a:avLst>
              <a:gd name="adj" fmla="val 4072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50" y="1379339"/>
            <a:ext cx="24354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38150" y="1781175"/>
            <a:ext cx="243540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38150" y="2451646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150" y="2921198"/>
            <a:ext cx="2387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150" y="3040261"/>
            <a:ext cx="23876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analyses/month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brand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reports</a:t>
            </a:r>
            <a:endParaRPr lang="en-US" sz="1350" dirty="0"/>
          </a:p>
        </p:txBody>
      </p:sp>
      <p:pic>
        <p:nvPicPr>
          <p:cNvPr id="9" name="Image 0" descr="/tmp/rasterized-gradient-6f640b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50" y="969764"/>
            <a:ext cx="2768650" cy="33563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378250" y="1160264"/>
            <a:ext cx="995958" cy="209550"/>
          </a:xfrm>
          <a:prstGeom prst="roundRect">
            <a:avLst>
              <a:gd name="adj" fmla="val 54545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492550" y="1198364"/>
            <a:ext cx="782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378250" y="1598414"/>
            <a:ext cx="24354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3378250" y="2000250"/>
            <a:ext cx="243540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3378250" y="2670721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 ($119 annual)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78250" y="3140273"/>
            <a:ext cx="23876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78250" y="3259336"/>
            <a:ext cx="23876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analyses/month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brands, 10 competitors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automation &amp; alerts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108799" y="1169789"/>
            <a:ext cx="2806750" cy="2956322"/>
          </a:xfrm>
          <a:prstGeom prst="roundRect">
            <a:avLst>
              <a:gd name="adj" fmla="val 4072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318349" y="1379339"/>
            <a:ext cx="24354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6318349" y="1781175"/>
            <a:ext cx="243540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$349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6318349" y="2451646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 ($279 annual)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318349" y="2921198"/>
            <a:ext cx="2387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18349" y="3040261"/>
            <a:ext cx="23876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analyses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brands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+ API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228600" y="4478536"/>
            <a:ext cx="8686800" cy="47625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09315" y="4630043"/>
            <a:ext cx="19585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 below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 average ($337)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3148310" y="4630043"/>
            <a:ext cx="17843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Anchoring + Compromise Effect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5416451" y="4630043"/>
            <a:ext cx="15304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creates paid leads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1217414"/>
            <a:ext cx="4276725" cy="998190"/>
          </a:xfrm>
          <a:prstGeom prst="roundRect">
            <a:avLst>
              <a:gd name="adj" fmla="val 954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369814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1050" y="1428899"/>
            <a:ext cx="14010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Journey Analysis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903214"/>
            <a:ext cx="40513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visibility across Awareness → Consideration → Decision stages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19625" y="1207889"/>
            <a:ext cx="4295775" cy="1017240"/>
          </a:xfrm>
          <a:prstGeom prst="roundRect">
            <a:avLst>
              <a:gd name="adj" fmla="val 93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81550" y="1369814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81600" y="1428899"/>
            <a:ext cx="13449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Questions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81550" y="1903214"/>
            <a:ext cx="40513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explains WHY it recommends your competitors over you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2339429"/>
            <a:ext cx="4286250" cy="1017240"/>
          </a:xfrm>
          <a:prstGeom prst="roundRect">
            <a:avLst>
              <a:gd name="adj" fmla="val 93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0525" y="2501354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0575" y="2560439"/>
            <a:ext cx="16402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Leaderboard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0525" y="3034754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exactly who beats you and by how much across all AI platforms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9150" y="2339429"/>
            <a:ext cx="4286250" cy="1017240"/>
          </a:xfrm>
          <a:prstGeom prst="roundRect">
            <a:avLst>
              <a:gd name="adj" fmla="val 93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1075" y="2501354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91125" y="2560439"/>
            <a:ext cx="16173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Positioning Check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91075" y="3034754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how AI perceives you vs. your intended positioning</a:t>
            </a:r>
            <a:endParaRPr lang="en-US" sz="900" dirty="0"/>
          </a:p>
        </p:txBody>
      </p:sp>
      <p:pic>
        <p:nvPicPr>
          <p:cNvPr id="19" name="Image 0" descr="/tmp/rasterized-gradient-ec0b7d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594646"/>
            <a:ext cx="4286250" cy="99819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81000" y="374704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81050" y="3806130"/>
            <a:ext cx="151151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Detection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81000" y="4280446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AI misinformation about your brand before customers see it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629150" y="3470970"/>
            <a:ext cx="4286250" cy="1245691"/>
          </a:xfrm>
          <a:prstGeom prst="roundRect">
            <a:avLst>
              <a:gd name="adj" fmla="val 764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400962" y="3623370"/>
            <a:ext cx="7424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Competitors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967712" y="3960465"/>
            <a:ext cx="16089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unique features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244450" y="4417665"/>
            <a:ext cx="1055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no one else offers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1218456"/>
            <a:ext cx="5829300" cy="1198066"/>
          </a:xfrm>
          <a:prstGeom prst="roundRect">
            <a:avLst>
              <a:gd name="adj" fmla="val 79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370856"/>
            <a:ext cx="56349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1-3 (10 CUSTOMERS)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1645146"/>
            <a:ext cx="18005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1944142"/>
            <a:ext cx="18005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$1,890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60550" y="1645146"/>
            <a:ext cx="18005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260550" y="1944142"/>
            <a:ext cx="18005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40101" y="1645146"/>
            <a:ext cx="18005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140101" y="1944142"/>
            <a:ext cx="18005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$1,775</a:t>
            </a:r>
            <a:endParaRPr lang="en-US" sz="1800" dirty="0"/>
          </a:p>
        </p:txBody>
      </p:sp>
      <p:pic>
        <p:nvPicPr>
          <p:cNvPr id="11" name="Image 0" descr="/tmp/rasterized-gradient-fa06a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568922"/>
            <a:ext cx="5829300" cy="119806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1000" y="2721322"/>
            <a:ext cx="56349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 (50 CUSTOMERS)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1000" y="2995613"/>
            <a:ext cx="18005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81000" y="3294608"/>
            <a:ext cx="18005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$9,450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260550" y="2995613"/>
            <a:ext cx="18005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2260550" y="3294608"/>
            <a:ext cx="18005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$550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140101" y="2995613"/>
            <a:ext cx="18005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140101" y="3294608"/>
            <a:ext cx="18005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28600" y="3919389"/>
            <a:ext cx="2857500" cy="786557"/>
          </a:xfrm>
          <a:prstGeom prst="roundRect">
            <a:avLst>
              <a:gd name="adj" fmla="val 968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16611" y="4033689"/>
            <a:ext cx="268147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316611" y="4445050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3200400" y="3919389"/>
            <a:ext cx="2857500" cy="786557"/>
          </a:xfrm>
          <a:prstGeom prst="roundRect">
            <a:avLst>
              <a:gd name="adj" fmla="val 968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288411" y="4033689"/>
            <a:ext cx="268147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3288411" y="4445050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to Break-Even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6248400" y="1667917"/>
            <a:ext cx="27203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COSTS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48400" y="1942207"/>
            <a:ext cx="2667000" cy="1182886"/>
          </a:xfrm>
          <a:prstGeom prst="roundRect">
            <a:avLst>
              <a:gd name="adj" fmla="val 644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62700" y="2056507"/>
            <a:ext cx="5378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Pro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610302" y="2056507"/>
            <a:ext cx="194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62700" y="2292697"/>
            <a:ext cx="7127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Service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508653" y="2292697"/>
            <a:ext cx="298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$0-20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362700" y="2528888"/>
            <a:ext cx="544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559552" y="2528888"/>
            <a:ext cx="2463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362700" y="2769840"/>
            <a:ext cx="2438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62700" y="2850803"/>
            <a:ext cx="6067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Fixed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40328" y="2850803"/>
            <a:ext cx="46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~$25/mo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248400" y="3315593"/>
            <a:ext cx="27203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API COST/ANALYSIS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248400" y="3589883"/>
            <a:ext cx="2667000" cy="66675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338316" y="3704183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$0.08-0.24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6338316" y="4008983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+ Gemini + Perplexity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Timeline </a:t>
            </a:r>
            <a:pPr algn="l" indent="0" marL="0">
              <a:lnSpc>
                <a:spcPts val="2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15th Target</a:t>
            </a:r>
            <a:endParaRPr lang="en-US" sz="2700" dirty="0"/>
          </a:p>
        </p:txBody>
      </p:sp>
      <p:pic>
        <p:nvPicPr>
          <p:cNvPr id="3" name="Image 0" descr="/tmp/rasterized-gradient-a459bd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49722"/>
            <a:ext cx="2013645" cy="233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900" y="1464022"/>
            <a:ext cx="18207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1-2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1635472"/>
            <a:ext cx="18207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Integration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42900" y="1898303"/>
            <a:ext cx="1785045" cy="1676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Stripe account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products ($149, $349)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&amp; webhook handlers</a:t>
            </a:r>
            <a:endParaRPr lang="en-US" sz="1350" dirty="0"/>
          </a:p>
        </p:txBody>
      </p:sp>
      <p:pic>
        <p:nvPicPr>
          <p:cNvPr id="7" name="Image 1" descr="/tmp/rasterized-gradient-13934f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445" y="1542157"/>
            <a:ext cx="1121122" cy="19544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32745" y="1656457"/>
            <a:ext cx="9103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2432745" y="1827907"/>
            <a:ext cx="91037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Enforcement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32745" y="2277368"/>
            <a:ext cx="892522" cy="1104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validation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</a:t>
            </a:r>
            <a:endParaRPr lang="en-US" sz="1350" dirty="0"/>
          </a:p>
        </p:txBody>
      </p:sp>
      <p:pic>
        <p:nvPicPr>
          <p:cNvPr id="11" name="Image 2" descr="/tmp/rasterized-gradient-0b23cb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767" y="1635472"/>
            <a:ext cx="1219795" cy="17677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30067" y="1749772"/>
            <a:ext cx="10110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3630067" y="1921222"/>
            <a:ext cx="101101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Service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630067" y="2184053"/>
            <a:ext cx="991195" cy="1104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SendGrid setup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flow</a:t>
            </a:r>
            <a:endParaRPr lang="en-US" sz="1350" dirty="0"/>
          </a:p>
        </p:txBody>
      </p:sp>
      <p:pic>
        <p:nvPicPr>
          <p:cNvPr id="15" name="Image 3" descr="/tmp/rasterized-gradient-d44c03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762" y="1768822"/>
            <a:ext cx="2013645" cy="1501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26062" y="1883122"/>
            <a:ext cx="18207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5-6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4926062" y="2054572"/>
            <a:ext cx="18207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Polish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926062" y="2317403"/>
            <a:ext cx="1785045" cy="8382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payment testing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responsiveness</a:t>
            </a:r>
            <a:endParaRPr lang="en-US" sz="1350" dirty="0"/>
          </a:p>
        </p:txBody>
      </p:sp>
      <p:pic>
        <p:nvPicPr>
          <p:cNvPr id="19" name="Image 4" descr="/tmp/rasterized-gradient-8c05697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1607" y="1749772"/>
            <a:ext cx="2013645" cy="15391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15907" y="1864072"/>
            <a:ext cx="18207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7-10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7015907" y="2035522"/>
            <a:ext cx="18207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Prep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7015907" y="2298353"/>
            <a:ext cx="1785045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flow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setup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launch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228600" y="4268242"/>
            <a:ext cx="6667500" cy="597991"/>
          </a:xfrm>
          <a:prstGeom prst="roundRect">
            <a:avLst>
              <a:gd name="adj" fmla="val 1274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342900" y="4382542"/>
            <a:ext cx="6567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ACCOUNTS NEEDED</a:t>
            </a:r>
            <a:endParaRPr lang="en-US" sz="825" dirty="0"/>
          </a:p>
        </p:txBody>
      </p:sp>
      <p:sp>
        <p:nvSpPr>
          <p:cNvPr id="25" name="Text 18"/>
          <p:cNvSpPr/>
          <p:nvPr/>
        </p:nvSpPr>
        <p:spPr>
          <a:xfrm>
            <a:off x="342900" y="464046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476250" y="4605338"/>
            <a:ext cx="10129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(2.9% + $0.30)</a:t>
            </a:r>
            <a:endParaRPr lang="en-US" sz="825" dirty="0"/>
          </a:p>
        </p:txBody>
      </p:sp>
      <p:sp>
        <p:nvSpPr>
          <p:cNvPr id="27" name="Text 20"/>
          <p:cNvSpPr/>
          <p:nvPr/>
        </p:nvSpPr>
        <p:spPr>
          <a:xfrm>
            <a:off x="1621780" y="464046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1755130" y="4605338"/>
            <a:ext cx="9502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SendGrid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 tier)</a:t>
            </a:r>
            <a:endParaRPr lang="en-US" sz="825" dirty="0"/>
          </a:p>
        </p:txBody>
      </p:sp>
      <p:sp>
        <p:nvSpPr>
          <p:cNvPr id="29" name="Text 22"/>
          <p:cNvSpPr/>
          <p:nvPr/>
        </p:nvSpPr>
        <p:spPr>
          <a:xfrm>
            <a:off x="2839194" y="464046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2972544" y="4605338"/>
            <a:ext cx="8077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 tier)</a:t>
            </a:r>
            <a:endParaRPr lang="en-US" sz="825" dirty="0"/>
          </a:p>
        </p:txBody>
      </p:sp>
      <p:sp>
        <p:nvSpPr>
          <p:cNvPr id="31" name="Text 24"/>
          <p:cNvSpPr/>
          <p:nvPr/>
        </p:nvSpPr>
        <p:spPr>
          <a:xfrm>
            <a:off x="3916859" y="464046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4050209" y="4605338"/>
            <a:ext cx="9087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PostHog 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 tier)</a:t>
            </a:r>
            <a:endParaRPr lang="en-US" sz="825" dirty="0"/>
          </a:p>
        </p:txBody>
      </p:sp>
      <p:pic>
        <p:nvPicPr>
          <p:cNvPr id="33" name="Image 5" descr="/tmp/rasterized-gradient-3da0265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4181624"/>
            <a:ext cx="1905000" cy="77137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07936" y="4295924"/>
            <a:ext cx="17099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25" dirty="0"/>
          </a:p>
        </p:txBody>
      </p:sp>
      <p:sp>
        <p:nvSpPr>
          <p:cNvPr id="35" name="Text 27"/>
          <p:cNvSpPr/>
          <p:nvPr/>
        </p:nvSpPr>
        <p:spPr>
          <a:xfrm>
            <a:off x="7107936" y="4480620"/>
            <a:ext cx="17099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on Vercel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7107936" y="4705350"/>
            <a:ext cx="1709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deployed, zero DevOps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1795760"/>
            <a:ext cx="43525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RISKS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28600" y="2083296"/>
            <a:ext cx="4267200" cy="605582"/>
          </a:xfrm>
          <a:prstGeom prst="roundRect">
            <a:avLst>
              <a:gd name="adj" fmla="val 1258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7650" y="2083296"/>
            <a:ext cx="0" cy="60558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000" y="2197596"/>
            <a:ext cx="10831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API Rate Limits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2427982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Implement queuing &amp; caching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28600" y="2803178"/>
            <a:ext cx="4267200" cy="605582"/>
          </a:xfrm>
          <a:prstGeom prst="roundRect">
            <a:avLst>
              <a:gd name="adj" fmla="val 1258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7650" y="2803178"/>
            <a:ext cx="0" cy="605582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000" y="2917478"/>
            <a:ext cx="11726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Price Increases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3147864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Multi-platform redundancy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28600" y="3523059"/>
            <a:ext cx="4267200" cy="605582"/>
          </a:xfrm>
          <a:prstGeom prst="roundRect">
            <a:avLst>
              <a:gd name="adj" fmla="val 1258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7650" y="3523059"/>
            <a:ext cx="0" cy="605582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000" y="3637359"/>
            <a:ext cx="9900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Issues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81000" y="3867745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Daily backups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48200" y="1795760"/>
            <a:ext cx="43525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RISKS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648200" y="2083296"/>
            <a:ext cx="4267200" cy="605582"/>
          </a:xfrm>
          <a:prstGeom prst="roundRect">
            <a:avLst>
              <a:gd name="adj" fmla="val 1258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7250" y="2083296"/>
            <a:ext cx="0" cy="60558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197596"/>
            <a:ext cx="1677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Free→Paid Conversion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00600" y="2427982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Optimize upgrade triggers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48200" y="2803178"/>
            <a:ext cx="4267200" cy="605582"/>
          </a:xfrm>
          <a:prstGeom prst="roundRect">
            <a:avLst>
              <a:gd name="adj" fmla="val 1258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67250" y="2803178"/>
            <a:ext cx="0" cy="60558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917478"/>
            <a:ext cx="16914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Copies Features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800600" y="3147864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Focus on UX, speed to market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48200" y="3523059"/>
            <a:ext cx="4267200" cy="605582"/>
          </a:xfrm>
          <a:prstGeom prst="roundRect">
            <a:avLst>
              <a:gd name="adj" fmla="val 1258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67250" y="3523059"/>
            <a:ext cx="0" cy="60558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637359"/>
            <a:ext cx="14831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 API Changes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800600" y="3867745"/>
            <a:ext cx="4080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Abstract API layer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0" y="105921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18872" y="1325910"/>
            <a:ext cx="55061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January 15th Launch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301533" y="2087910"/>
            <a:ext cx="38907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090980" y="2758380"/>
            <a:ext cx="8101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Launch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198019" y="2265015"/>
            <a:ext cx="9525" cy="4762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05480" y="2087910"/>
            <a:ext cx="70012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525063" y="2758380"/>
            <a:ext cx="6609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03539" y="2265015"/>
            <a:ext cx="9525" cy="4762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10235" y="2087910"/>
            <a:ext cx="77815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897980" y="2758380"/>
            <a:ext cx="6025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Tier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85557" y="2265015"/>
            <a:ext cx="9525" cy="4762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25098" y="2087910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191432" y="2758380"/>
            <a:ext cx="8619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Features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34629" y="3299371"/>
            <a:ext cx="5074741" cy="594271"/>
          </a:xfrm>
          <a:prstGeom prst="roundRect">
            <a:avLst>
              <a:gd name="adj" fmla="val 1923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94778" y="3489871"/>
            <a:ext cx="4554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"Know what AI says about your brand before your customers ask."</a:t>
            </a:r>
            <a:endParaRPr lang="en-US" sz="1200" dirty="0"/>
          </a:p>
        </p:txBody>
      </p:sp>
      <p:pic>
        <p:nvPicPr>
          <p:cNvPr id="17" name="Image 0" descr="/tmp/rasterized-gradient-b2b2d2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Velaris AI Visibility Platform - MVP Document</dc:title>
  <dc:subject>MVP Document January 2025</dc:subject>
  <dc:creator>Velaris</dc:creator>
  <cp:lastModifiedBy>Velaris</cp:lastModifiedBy>
  <cp:revision>1</cp:revision>
  <dcterms:created xsi:type="dcterms:W3CDTF">2026-01-04T22:14:57Z</dcterms:created>
  <dcterms:modified xsi:type="dcterms:W3CDTF">2026-01-04T22:14:57Z</dcterms:modified>
</cp:coreProperties>
</file>